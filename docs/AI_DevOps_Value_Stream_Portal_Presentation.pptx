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🌐 AI DEVOPS VALUE STREAM PORTAL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Enterprise Autonomous AI Agent Farm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The Universal Platform for Building MCP Servers &amp; Deploying Autonomous AI Agents On-The-Fly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219456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🛠️ Build MCP Servers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On-the-Fly for ANY Cloud/API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4297680"/>
            <a:ext cx="219456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🤖 Deploy AI Agents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On-the-Fly across SDLC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297680"/>
            <a:ext cx="219456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98% MTTR Reduction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From 45-90 min to 8 sec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297680"/>
            <a:ext cx="219456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🛡️ Zero Duplicate ITSM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Stateful SHA-256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Challenge: Manual SRE &amp; Fragmented DevOps Silos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🚨 Traditional DevOps &amp; SRE Pain Points</a:t>
            </a:r>
          </a:p>
          <a:p>
            <a:br/>
            <a:pPr>
              <a:defRPr sz="1300">
                <a:solidFill>
                  <a:srgbClr val="FECACA"/>
                </a:solidFill>
              </a:defRPr>
            </a:pPr>
            <a:r>
              <a:t>• ⏱️ High MTTR (45–90 min): Engineers manually dig through 300+ lines of container logs.</a:t>
            </a:r>
          </a:p>
          <a:p>
            <a:br/>
            <a:pPr>
              <a:defRPr sz="1300">
                <a:solidFill>
                  <a:srgbClr val="FECACA"/>
                </a:solidFill>
              </a:defRPr>
            </a:pPr>
            <a:r>
              <a:t>• 🚨 Severe Alert Fatigue: Cascading failures flood ServiceNow with 20+ duplicate tickets.</a:t>
            </a:r>
          </a:p>
          <a:p>
            <a:br/>
            <a:pPr>
              <a:defRPr sz="1300">
                <a:solidFill>
                  <a:srgbClr val="FECACA"/>
                </a:solidFill>
              </a:defRPr>
            </a:pPr>
            <a:r>
              <a:t>• 🔍 Disconnected Tool Silos: Docker, GitHub, Jenkins, and ITSM operate in isolation.</a:t>
            </a:r>
          </a:p>
          <a:p>
            <a:br/>
            <a:pPr>
              <a:defRPr sz="1300">
                <a:solidFill>
                  <a:srgbClr val="FECACA"/>
                </a:solidFill>
              </a:defRPr>
            </a:pPr>
            <a:r>
              <a:t>• ⚙️ Manual Remediation: Engineers copy-paste stack traces and manually write RCA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D1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✨ The AI DevOps Value Stream Portal Solution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• ⚡ 98% MTTR Drop (5–12 sec): Autonomous background detection and deterministic RCA.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• 🛡️ SHA-256 Anti-Storm Memory: Prevents duplicate incident flooding completely.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• 🔗 Universal FastMCP Gateway (:5001): Standardized JSON-RPC proxy connecting all tools.</a:t>
            </a:r>
          </a:p>
          <a:p>
            <a:br/>
            <a:pPr>
              <a:defRPr sz="1300">
                <a:solidFill>
                  <a:srgbClr val="A7F3D0"/>
                </a:solidFill>
              </a:defRPr>
            </a:pPr>
            <a:r>
              <a:t>• 🤖 Closed-Loop Auto-Resolution: Enriches ServiceNow work notes &amp; marks tickets Resolved.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Dual-Engine Foundation: Servers &amp; Agents On-The-Fly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51D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🛠️ Engine 1: Build MCP Servers On-The-Fly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Prompt-Driven Synthesis: Chat with Mistral AI to build tool suites for AWS, K8s, Jira, Datadog, or custom APIs.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Automated Schema Generation: Synthesizes tool definitions, argument types, and parameter docs automatically.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Credential Vault Management: Auto-configures local per-server .env vaults and authentication headers.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1-Click Hot-Reload: Deploys instantly to the secured Gateway (:5001) with zero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D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🤖 Engine 2: Deploy AI Agents On-The-Fly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Conversational Discovery: Describe any automation goal in natural language (SRE, CI/CD, Code QA, Infra).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Live Capability Validation: Validates required tools against registered MCP servers before generating code.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Deterministic Code Synthesis: Generates executable Python workflows (workflow.py) with zero hardcoding.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Fleet Management: Deploys 5s–30s autonomous background watchdogs with execution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Full-Lifecycle DevOps AI Agent Farm (CM, CI, CD, CT &amp; AIOps)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1. CM (Continuous Management)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GitHub branch policies, JPA schema constraint gates, automated ServiceNow Change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CI (Continuous Integration)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Jenkins build failure triage, compilation error correlation with Git authors, auto-remediation.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CD (Continuous Deployment)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Post-deployment container health gates on :7000, automated clean rebuilds &amp; rollback triggers.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4. CT (Continuous Testing)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JUnit / integration test failure isolation, regression triage, flaky test fingerprinting.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5. AIOps (Observability)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5s container log watchers, SHA-256 deduplication, Mistral RCA &amp; ServiceNow auto-resolution.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Platform Tour: Web Dashboard &amp; Connected MCP Servers</a:t>
            </a:r>
          </a:p>
        </p:txBody>
      </p:sp>
      <p:pic>
        <p:nvPicPr>
          <p:cNvPr id="4" name="Picture 3" descr="01_portal_mcp_ser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3419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📦 Unified MCP Fleet Management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Pre-Integrated Connectors: Docker (21 tools), GitHub (19 tools), Jenkins (14 tools), ServiceNow (16 tools).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Live Gateway Route: http://localhost:5001/mcp/&lt;server&gt;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Function Explorer: Real-time schema parameters, types, and instant cURL snippets for testing.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Per-Server Credential Vault: Secure isolation with .env support and zero-downtime hot reloading.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Capability Showcase: Building MCP Servers On-The-Fly</a:t>
            </a:r>
          </a:p>
        </p:txBody>
      </p:sp>
      <p:pic>
        <p:nvPicPr>
          <p:cNvPr id="4" name="Picture 3" descr="03_jenkins_tools_synthes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3378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🤖 Conversational Server Architect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Natural Language Prompting: Describe the target platform (e.g. 'Build MCP Server for Jenkins').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Automated Tool Scaffolding: Mistral automatically synthesizes 17 tools covering Query, Action, Monitoring &amp; Admin.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Interactive Selection: Toggle specific tool exposures on/off before generation.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1-Click FastMCP Deploy: Generates Python server scripts and saves credential vaults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Universal Platform AI Assistant (Cross-Platform Invocations)</a:t>
            </a:r>
          </a:p>
        </p:txBody>
      </p:sp>
      <p:pic>
        <p:nvPicPr>
          <p:cNvPr id="4" name="Picture 3" descr="06_platform_assistan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37402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💬 Live MCP Multi-Server Chat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Cross-Platform Intelligence: Chat with an AI assistant that can invoke any registered tool in real time.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Docker Inspections: 'Any error in Container devops-vsp-sample-app' -&gt; returns live PID, status, and health.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GitHub Queries: 'List my repositories' -&gt; returns 30+ authenticated repos via GitHub PAT.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ServiceNow &amp; Jenkins: Query live build jobs and open ITSM incident records seamlessly.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Capability Showcase: Deploying Autonomous Bots On-The-Fly</a:t>
            </a:r>
          </a:p>
        </p:txBody>
      </p:sp>
      <p:pic>
        <p:nvPicPr>
          <p:cNvPr id="4" name="Picture 3" descr="10_bot_architect_validation_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33154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🧠 Autonomous Bot Architect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Conversational Discovery: Describe the workflow (log monitoring, deduplication, AI RCA, ServiceNow ticketing).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Live Capability Validation: Validates required MCP tools against Docker, ServiceNow, Jenkins &amp; GitHub.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12-Step Synthesized Blueprint: Mistral generates the complete execution sequence.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1-Click Fleet Deployment: Deploys as an autonomous background watchdog with execution telemetry.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Real-World Showcase: ServiceNow Auto-Resolution with Mistral RCA</a:t>
            </a:r>
          </a:p>
        </p:txBody>
      </p:sp>
      <p:pic>
        <p:nvPicPr>
          <p:cNvPr id="4" name="Picture 3" descr="12_servicenow_incident_re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3426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📋 Incident INC0010063 Resolved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Failure Detected: Spring Boot SQL 22001 column truncation error on user.name (651 chars).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Initial Triage Notice: Automatically logs 'SRE AI agent is analyzing issue' into work_notes.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Mistral AI RCA Report: Identifies root cause and generates exact JPA entity fix (@Size(max=255)).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Non-Destructive Auto-Closure: Appends full RCA markdown to work_notes and marks ticket Resolved (state: 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Business Impact, SRE Metrics &amp; ROI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98% MTTR Reduction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Mean Time to Resolve drops from 45–90 min down to 5–12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🛡️ Zero Duplicate Storms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Stateful SHA-256 error fingerprinting prevents duplicate ticket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💰 92% Token Cost Cut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Precision stack trace stripping isolates root exceptions from 350+ lines of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💵 &gt;$138,000 / Year ROI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Annual savings in engineering hours and reduced downtime per 50-service fleet.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DEVOPS VALUE STREAM PORTAL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Open Source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51D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998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🚀 Join the Autonomous DevOps Movement!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Dual-Engine Platform: Build MCP servers on-the-fly &amp; deploy autonomous AI agents across the entire SDLC.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Open Source &amp; Extensible: Model Context Protocol (JSON-RPC 2.0) + FastMCP Gateway (:5001).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Production Ready: Deployable via Bare-Metal Daemon, Docker Compose, and Kubernetes.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GitHub Repository: https://github.com/shakilmunavary/ai-mcp-builder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